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DATABASES</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for Hackers</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Stand-Up Talk by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minutes</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No degree required</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50" b="0" u="none" strike="noStrike">
                <a:solidFill>
                  <a:srgbClr val="FFFFFF"/>
                </a:solidFill>
                <a:effectLst/>
                <a:uFillTx/>
                <a:latin typeface="Calibri"/>
              </a:rPr>
              <a:t>Graduate Student,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Every breach you have ever</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read about ends at a</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DATABASE*</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Crown Jewels</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DATA  VAULT</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single-page app.</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firewall.</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Not your microservices.</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THE DATA. Always the data.</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What Is a Database?</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850" b="1" u="none" strike="noStrike">
                <a:solidFill>
                  <a:srgbClr val="FFFFFF"/>
                </a:solidFill>
                <a:effectLst/>
                <a:uFillTx/>
                <a:latin typeface="Calibri"/>
              </a:rPr>
              <a:t>Organized storage  +  a way to ask questions.</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That's it. Everything else is detail.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Filing cabinet  =  storage  +  your eyeballs as query.</a:t>
            </a:r>
            <a:endParaRPr lang="en-US" sz="2600" b="0" u="none" strike="noStrike">
              <a:solidFill>
                <a:srgbClr val="FFFFFF"/>
              </a:solidFill>
              <a:effectLst/>
              <a:uFillTx/>
              <a:latin typeface="Arial"/>
            </a:endParaRPr>
          </a:p>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Excel + Ctrl-F  =  storage  +  find-and-replace as query.</a:t>
            </a:r>
            <a:endParaRPr lang="en-US" sz="2600" b="0" u="none" strike="noStrike">
              <a:solidFill>
                <a:srgbClr val="FFFFFF"/>
              </a:solidFill>
              <a:effectLst/>
              <a:uFillTx/>
              <a:latin typeface="Arial"/>
            </a:endParaRPr>
          </a:p>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Real DB adds:  scale, speed, concurrency, a formal language.</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Six Words You Need</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a spreadsheet tab</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ROW</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one record (one customer, one alert)</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COLUMN</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one attribute (email, IP, total)</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QUERY</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question you're asking</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SCHEMA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shape of the data</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the bookmark that makes lookups fast</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Create  •  Read  •  Update  •  Delete</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History Tour — Fossils You'll See in Prod</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Flat files</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filesystem perms = only access control</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Late 1960s</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Hierarchical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mainframe-era, physical threat model</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Network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still humming in your bank's back office</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Codd's relational</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roles — access control inside DB</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databases get networked → authN problem</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 injection becomes a thing</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 boom</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"discarded the foundation" — incl. security</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shared-responsibility, customer misconfigs</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data poisoning, prompt injection</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Ten Families of Database</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Relational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Document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Key-Value</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dictionary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Column-Family</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wide-column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nodes+edges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Search</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full-text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Time-Series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metrics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Embedded/Edge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0" u="none" strike="noStrike">
                <a:solidFill>
                  <a:srgbClr val="CCCCD6"/>
                </a:solidFill>
                <a:effectLst/>
                <a:uFillTx/>
                <a:latin typeface="Calibri"/>
              </a:rPr>
              <a:t>schema-on-read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Relational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Clear relationships, consistency required — finance, regulated data.</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SQL injection when developers concatenate user input into queries.</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Document Stores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Naturally nested data; the shape changes over time.</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NoSQL injection via query operators ($ne, $gt, $where). Default no-auth.</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Key-Value Stores</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session stores, rate limiters, leaderboards.</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Default no-auth Redis + CONFIG SET → writing SSH keys to disk.</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Column-Family</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Massive scale across many machines; no complex joins needed.</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Clusters trust each other on gossip ports — mgmt network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Graph Databases</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Social networks, fraud detection, IAM analysis (e.g.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Query languages like Cypher are injectable too. NoSQLi isn't just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Search Engines</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Log search, SIEM backbones, e-commerce site search.</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 built-in auth historically — billions of records exposed on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Time-Series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Metrics, observability, IoT telemetry.</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Usually inside the perimeter, often unauthenticated.</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Vector Databases</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recommendation engines, semantic search.</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Data poisoning — sneak in a doc, the LLM quotes it as truth.</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Embedded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In-app storage — browsers, phones, every modern airplane.</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DB is a file — attack is 'steal the file'. Mobile pentest world.</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PRODUCTS</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USE WHEN</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Schema-on-read instead of schema-on-write. Dump now, query later.</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SECURITY GOTCHA</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Giant S3 pools + permissive IAM, no encryption-at-rest enforcement.</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Cloud DB Services — The Lay of the Land</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(object store)</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(coming soon)</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(shape-shifter)</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graph mode</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Cloud DB Cheat Sheet</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CATEGORY</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Relational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Document/NoSQL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Warehouse</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Time-Series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Object Storage</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Shared Responsibility Model</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CLOUD VENDOR OWNS</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Hypervisor &amp; metal</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DB engine patches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Physical security</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Underlying network</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YOU OWN</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Access policies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Data itself</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Encryption choices</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Almost every cloud DB breach = customer misconfiguration.</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Common DB Ports — Burn These In</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Any of these exposed to the internet = a finding. Every time*</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Your Notes Are a Database Now</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 files are now</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the database an LLM reads from.</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Obsidian vaults  •  Wiki exports  •  Meeting notes  •  GitHub docs</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Embedded → Vector DB → LLM context → answer to user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RAG Pipeline — Where's the Trust Boundary?</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 files</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Embedder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Vector DB</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 prompt</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Answer</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TRUST BOUNDARY</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If anyone can edit those .md files, anyone can plant</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content the AI will quote as authoritative.</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The Takeaway</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300" b="1" u="none" strike="noStrike">
                <a:solidFill>
                  <a:srgbClr val="00FF41"/>
                </a:solidFill>
                <a:effectLst/>
                <a:uFillTx/>
                <a:latin typeface="Calibri"/>
              </a:rPr>
              <a:t>Treat markdown like a database.</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Because to the LLM, it is.</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Access control on the docs folder.</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Code review on .md changes.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Diff tracking on the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SECURITY</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What's actually getting hit in 2026*</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School:  "Hi, this is your son's school. We're having</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some computer trouble."</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Mom:     "Oh dear — did he break something?"</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School:  "Did you really name your son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The mechanism: string concatenation in queries.</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The attack surface has</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EXPANDED, not shrunk.</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 injection was fixed. Eleven new categories took its place.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 Injection</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 JSON queries + raw user input = SQLi reborn.</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Login bypass: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lets you inject JavaScript straight into the DB.</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is SQL-flavored — classic SQLi patterns apply.</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Principle: ANY interpreter can be injected, not just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'Dynamic queries... used directly in the interpreter.'</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Exposed &amp; Misconfigured Databases</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and Censys are full of databases that should not be there.</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bound to 0.0.0.0 with no auth.</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Elasticsearch clusters wide open. Redis with no password.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pg_hba.conf set to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 attacks (2020): bots wiped thousands of open DBs for fun.</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Action item: find what your org has bound to public interfaces. Today.</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Cloud Misconfigurations</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In cloud, the bug is rarely the engine. It's the policy around it.</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Public S3 buckets full of DB dumps (Accenture, Verizon, etc.).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tricked a WAF into leaking its IAM creds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with s3:* on * because it 'worked the first time'.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Security groups: 0.0.0.0/0 on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 Admin: 'Get rid of the Root Account, use IAM wherever necessary.'</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Privilege Escalation: DB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Database accounts can become shell access. Three classic moves.</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runs shell commands as the DB process.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pipes output to a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load a UDF .so file → sys_exec on the 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Pattern: every privileged DB feature is part of the attack surface.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Data Lake Security Gaps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Everything ends up in S3 — including things you didn't mean to put there.</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Permissive IAM leaks from compute roles to humans.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No encryption-at-rest enforcement on bucket keys.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No write-side validation — anyone can drop poisoned data.</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First question: WHO can write to the lake? WHO can read?</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Ransomware Loves Databases</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The DB is the thing the business needs back — maximum leverage.</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Encrypt the live database.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Encrypt the BACKUPS (otherwise customer just restores).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 a copy first — extort with disclosure even if they restore.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Defense: offline, immutable backups + tested restores.</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patch was out 59 days prior.</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Credential Attacks</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Default creds and leaked connection strings — two old, durable bugs.</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no password by default for years.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no auth in the free tier — also for years.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Pre-commit secret scanning — fix this week.</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stolen credentials = preferred vector for organized crime.</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FF6B35"/>
                </a:solidFill>
                <a:effectLst/>
                <a:uFillTx/>
                <a:latin typeface="Calibri"/>
              </a:rPr>
              <a:t>Supply Chain — The DB Libraries You Trust</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Your DB driver came from npm/PyPI/Maven. So did everyone else's.</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Malicious npm packages posing as ORMs / drivers.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Trojanized Docker Hub images for popular databases.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Compromised PostgreSQL extensions / MySQL plugins.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Extensions run with DB privileges — usually a lot.</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'Threats tend to cluster around trust boundaries.'</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 Data Poisoning</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Stored XSS for the AI era. Write into the knowledge base → LLM quotes it.</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Poisoned support article: 'To reset, send your password to...'</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Poisoned internal doc: 'Company policy is to wire transfer to...'</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Prompt injection embedded in retrieved documents.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Defense: strict write ACLs, provenance tags, human-in-the-loop.</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2025 stored-XSS principle — substitute 'admin' with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400" b="1" u="none" strike="noStrike">
                <a:solidFill>
                  <a:srgbClr val="FF6B35"/>
                </a:solidFill>
                <a:effectLst/>
                <a:uFillTx/>
                <a:latin typeface="Calibri"/>
              </a:rPr>
              <a:t>Insider Threats &amp; DB-to-DB Lateral Movement</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Databases aren't endpoints. They're nodes in a graph.</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Over-permissioned service accounts. Engineers with prod read.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DBAs with no audit trail.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SQL Server linked servers,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Stored credentials → compromise A, hop to B, hop to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poorly protected audit logs = a gold mine.</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Backup &amp; Snapshot Exposure</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Same data as prod, half the love.</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Unencrypted DB backups on shares readable by Domain Users.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Cloud snapshots shared cross-account, never un-shared.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Off-site backups to vendors whose posture you never checked.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Backups are last resort. Apply identify-authN-authZ-audit.</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identify, authenticate, authorize, audit — same model.</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Your Mental Map</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A database = organized storage + a way to ask questions.</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Ten families, each with its own gotcha.</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Cloud = shared responsibility. You own config &amp; data.</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Markdown is a database for LLMs. RAG poisoning is real.</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SQLi got fixed. The attack surface expanded.</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What to Do Next Week</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 PostgreSQL locally. Write a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Do the PortSwigger SQL injection labs (free).</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Browse Shodan / Censys — only systems you own.</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Read a breach report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Find out what databases YOUR org actually runs.</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Resources Worth Bookmarking</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“Databases are where</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the money is. Literally.”</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Now you know where to look.</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CCCCD6"/>
                </a:solidFill>
                <a:effectLst/>
                <a:uFillTx/>
                <a:latin typeface="Calibri"/>
              </a:rPr>
              <a:t>~Larry Ellison (Probably)</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References — Works Cited</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2025 Edition</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Q &amp; A*</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Absent Stares</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Databases for Hackers</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