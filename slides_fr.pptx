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BASES DE DONNÉES</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pour les hackers</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Présentation indépendante de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minutes</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Aucun diplôme requis</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Étudiant en master,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Chaque violation dont vous avez</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entendu parler finit dans une</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BASE DE DONNÉES*</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Les joyaux de la couronne</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COFFRE-FORT DE DONNÉES</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Pas votre application monopage.</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Pas votre pare-feu.</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Pas vos microservices.</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LES DONNÉES. Toujours les données.</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Qu'est-ce qu'une base de données ?</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000" b="1" u="none" strike="noStrike">
                <a:solidFill>
                  <a:srgbClr val="FFFFFF"/>
                </a:solidFill>
                <a:effectLst/>
                <a:uFillTx/>
                <a:latin typeface="Calibri"/>
              </a:rPr>
              <a:t>Un stockage organisé  +  un moyen de poser des questions.</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C'est tout. Le reste n'est que détail.</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Classeur  =  stockage  +  vos yeux comme requête.</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Excel + Ctrl-F  =  stockage  +  rechercher-remplacer comme requête.</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Une vraie BD ajoute :  l'échelle, la vitesse, la concurrence, un langage formel.</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Les six mots dont vous avez besoin</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TABLE</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onglet de tableur</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LIGNE</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enregistrement (un client, une alerte)</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COLONNE</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attribut (e-mail, IP, total)</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REQUÊTE</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la question que vous posez</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SCHÉMA</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la forme des données</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INDEX</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le marque-page qui accélère les recherches</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Créer  •  Lire  •  Mettre à jour  •  Supprimer</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Tour d'histoire — Les fossiles que vous verrez en prod</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Fichiers plats</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les permissions du système de fichiers = seul contrôle d'accès</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Fin des années 1960</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Hiérarchique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ère des mainframes, modèle de menace physique</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Réseau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toujours en service dans l'arrière-boutique de votre banque</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Le relationnel de Codd</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GRANT, rôles — contrôle d'accès au sein de la BD</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les bases de données sont mises en réseau → problème d'authentification</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Client-serveur,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l'injection SQL fait son apparition</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Essor du NoSQL</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 on a jeté les fondations » — y compris la sécurité</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Cloud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responsabilité partagée, mauvaises configurations des clients</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Vectoriel / serverless</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empoisonnement des données, injection de prompt</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Dix familles de bases de données</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Relationnel</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Document</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Clé-valeur</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dictionnaire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Famille de colonnes</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colonnes larges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Graphe</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nœuds+arêtes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Recherche</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texte intégral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Séries temporelles</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métriques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Vectoriel</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embeddings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Embarqué/Edge</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intégré à l'app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Data Lake</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schéma à la lecture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Relationnel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Relations claires, cohérence requise — finance, données réglementées.</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Injection SQL lorsque les développeurs concatènent les entrées utilisateur dans les requêtes.</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Magasins de documents</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Données naturellement imbriquées ; la forme évolue avec le temps.</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Injection NoSQL via les opérateurs de requête ($ne, $gt, $where). Aucune authentification par défaut.</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Magasins clé-valeur</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Caches, magasins de sessions, limiteurs de débit, classements.</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Redis sans authentification par défaut + CONFIG SET → écriture de clés SSH sur le disque.</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Famille de colonnes</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Échelle massive sur de nombreuses machines ; pas de jointures complexes nécessaires.</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Les clusters se font confiance sur les ports gossip — réseau d'administration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Bases de données graphe</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Réseaux sociaux, détection de fraude, analyse IAM (p. ex.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Les langages de requête comme Cypher sont aussi injectables. Le NoSQLi ne se limite pas à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Moteurs de recherche</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Recherche dans les journaux, épine dorsale des SIEM, recherche sur les sites e-commerce.</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Pas d'authentification intégrée historiquement — des milliards d'enregistrements exposés sur Shodan.</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Séries temporelles</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Métriques, observabilité, télémétrie IoT.</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Généralement à l'intérieur du périmètre, souvent sans authentification.</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Bases de données vectorielles</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moteurs de recommandation, recherche sémantique.</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Empoisonnement des données — glissez un document, le LLM le cite comme vérité.</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Embarqué / Edge</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Stockage intégré à l'app — navigateurs, téléphones, tous les avions modernes.</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La BD est un fichier — l'attaque consiste à « voler le fichier ». L'univers du pentest mobile.</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Data Lakes / Lakehouses</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Schéma à la lecture plutôt qu'à l'écriture. On vide maintenant, on interroge plus tard.</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Gigantesques pools S3 + IAM permissif, aucune obligation de chiffrement au repos.</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Services de BD cloud — Vue d'ensemble du terrain</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(graphe)</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(stockage d'objets)</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(bientôt disponible)</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(à fournir soi-même)</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(caméléon)</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mode graphe</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(à fournir soi-même)</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Aide-mémoire des BD cloud</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CATÉGORIE</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Relationnel</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Document/NoSQL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Entrepôt</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Cache</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Graphe</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graphe</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Séries temporelles</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Stockage d'objets</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Modèle de responsabilité partagée</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00FF41"/>
                </a:solidFill>
                <a:effectLst/>
                <a:uFillTx/>
                <a:latin typeface="Calibri"/>
              </a:rPr>
              <a:t>✓  À LA CHARGE DU FOURNISSEUR CLOUD</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Hyperviseur et matériel</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Correctifs du moteur de BD</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Sécurité physique</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Réseau sous-jacent</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À VOTRE CHARGE</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Configuration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Politiques d'accès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Les données elles-mêmes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Choix de chiffrement</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Presque toute violation de BD cloud = mauvaise configuration du client.</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Ports de BD courants — À graver dans votre mémoire</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L'un de ces ports exposé sur Internet = une découverte. À chaque fois*</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Vos notes sont désormais une base de données</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Les fichiers Markdown sont désormais</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la base de données dans laquelle un LLM puise.</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00D4FF"/>
                </a:solidFill>
                <a:effectLst/>
                <a:uFillTx/>
                <a:latin typeface="Calibri"/>
              </a:rPr>
              <a:t>Coffres Obsidian  •  Exports de wiki  •  Notes de réunion  •  Docs GitHub</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Vectorisé → BD vectorielle → contexte du LLM → réponse à l'utilisateur</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Pipeline RAG — Où se trouve la frontière de confiance ?</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fichiers .md</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Vectoriseur</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BD vectorielle</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Prompt du LLM</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Réponse</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FF6B35"/>
                </a:solidFill>
                <a:effectLst/>
                <a:uFillTx/>
                <a:latin typeface="Calibri"/>
              </a:rPr>
              <a:t>⚠ FRONTIÈRE DE CONFIANCE</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Si n'importe qui peut modifier ces fichiers .md, n'importe qui peut implanter</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du contenu que l'IA citera comme faisant autorité.</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À retenir</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Traitez le markdown comme une base de données.</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Parce que pour le LLM, c'en est une.</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Contrôle d'accès sur le dossier de documentation.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Revue de code sur les modifications de fichiers .md.</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Suivi des différences sur le wiki.</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SÉCURITÉ</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Ce qui est réellement attaqué en 2026*</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École :  « Bonjour, ici l'école de votre fils. Nous avons</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quelques problèmes informatiques. »</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Maman :   « Oh là là — a-t-il cassé quelque chose ? »</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École :  « Avez-vous vraiment appelé votre fils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 »</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Le mécanisme : la concaténation de chaînes dans les requêtes.</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La surface d'attaque s'est</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7200" b="1" u="none" strike="noStrike">
                <a:solidFill>
                  <a:srgbClr val="FF6B35"/>
                </a:solidFill>
                <a:effectLst/>
                <a:uFillTx/>
                <a:latin typeface="Calibri"/>
              </a:rPr>
              <a:t>ÉLARGIE, pas réduite.</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L'injection SQL a été corrigée. Onze nouvelles catégories ont pris sa place.</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Injection NoSQL</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Requêtes JSON MongoDB + entrée utilisateur brute = la renaissance du SQLi.</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Contournement d'authentification :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vous permet d'injecter du JavaScript directement dans la BD.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 est de type SQL — les schémas classiques de SQLi s'appliquent.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Principe : N'IMPORTE QUEL interpréteur peut être injecté, pas seulement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 « Requêtes dynamiques... utilisées directement dans l'interpréteur. »</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Bases de données exposées et mal configurées</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et Censys regorgent de bases de données qui ne devraient pas s'y trouver.</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lié à 0.0.0.0 sans authentification.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Clusters Elasticsearch grands ouverts. Redis sans mot de passe.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pg_hba.conf de Postgres réglé sur « host all all 0.0.0.0/0 trust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Attaques Meow (2020) : des bots ont effacé des milliers de BD ouvertes pour le plaisir.</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Action à mener : trouvez ce que votre organisation a lié à des interfaces publiques. Aujourd'hui.</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Mauvaises configurations cloud</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Dans le cloud, le bogue est rarement le moteur. C'est la politique qui l'entoure.</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Buckets S3 publics remplis de dumps de BD (Accenture, Verizon, etc.).</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 une SSRF a trompé un WAF pour qu'il divulgue ses identifiants IAM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avec s3:* sur * parce que « ça a marché du premier coup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Groupes de sécurité : 0.0.0.0/0 sur le port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Admin AWS : « Débarrassez-vous du compte Root, utilisez IAM partout où c'est nécessaire. »</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Élévation de privilèges : BD → OS</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Les comptes de base de données peuvent devenir un accès shell. Trois manœuvres classiques.</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 xp_cmdshell — exécute des commandes shell sous le processus de la BD.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 COPY ... TO PROGRAM — redirige la sortie vers un shell.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 charge un fichier UDF .so → sys_exec sur l'OS.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Schéma récurrent : chaque fonctionnalité privilégiée de la BD fait partie de la surface d'attaque.</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Failles de sécurité des data lakes</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Tout finit dans S3 — y compris ce que vous n'aviez pas l'intention d'y mettre.</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Un IAM permissif fuit des rôles de calcul vers les humains.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Aucune obligation de chiffrement au repos sur les clés des buckets.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Aucune validation côté écriture — n'importe qui peut déposer des données empoisonnées.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Première question : QUI peut écrire dans le lac ? QUI peut lire ?</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Les rançongiciels adorent les bases de données</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La BD est ce que l'entreprise doit récupérer — levier maximal.</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Chiffrer la base de données en production.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Chiffrer les SAUVEGARDES (sinon le client se contente de restaurer).</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Exfiltrer une copie d'abord — extorquer par menace de divulgation même s'ils restaurent.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Défense : sauvegardes hors ligne, immuables + restaurations testées.</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 WannaCry — le correctif était disponible 59 jours auparavant.</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Attaques sur les identifiants</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Identifiants par défaut et chaînes de connexion divulguées — deux bogues anciens et tenaces.</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 aucun mot de passe par défaut pendant des années.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 aucune authentification dans l'offre gratuite — également pendant des années.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Analyse des secrets en pré-commit — à corriger cette semaine.</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 les identifiants volés = vecteur privilégié du crime organisé.</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Chaîne d'approvisionnement — Les bibliothèques de BD auxquelles vous faites confiance</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Votre pilote de BD vient de npm/PyPI/Maven. Comme ceux de tout le monde.</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Paquets npm malveillants se faisant passer pour des ORM / pilotes.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Images Docker Hub piégées pour des bases de données populaires.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Extensions PostgreSQL / plugins MySQL compromis.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Les extensions s'exécutent avec les privilèges de la BD — généralement nombreux.</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 « Les menaces ont tendance à se concentrer autour des frontières de confiance. »</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Empoisonnement des données RAG / LLM</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 XSS stocké à l'ère de l'IA. Écrivez dans la base de connaissances → le LLM le cite.</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Article de support empoisonné : « Pour réinitialiser, envoyez votre mot de passe à...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Document interne empoisonné : « La politique de l'entreprise est de virer les fonds à...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Injection de prompt intégrée dans les documents récupérés.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Défense : ACL d'écriture strictes, étiquettes de provenance, humain dans la boucle.</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Principe du XSS stocké OWASP 2025 — remplacez « admin » par « LLM ».</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Menaces internes et déplacement latéral de BD à BD</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Les bases de données ne sont pas des points de terminaison. Ce sont des nœuds dans un graphe.</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Comptes de service surdimensionnés en permissions. Ingénieurs ayant un accès en lecture sur la prod.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DBA sans piste d'audit.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DB_LINK d'Oracle, serveurs liés de SQL Server, FDW de Postgres.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Identifiants stockés → compromettre A, rebondir vers B, rebondir vers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 des journaux d'audit mal protégés = une mine d'or.</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Exposition des sauvegardes et instantanés</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Les mêmes données que la prod, deux fois moins de soin.</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Sauvegardes de BD non chiffrées sur des partages lisibles par les Utilisateurs du domaine.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Instantanés cloud partagés entre comptes, jamais départagés.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Sauvegardes externalisées chez des prestataires dont vous n'avez jamais vérifié la posture.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Les sauvegardes sont le dernier recours. Appliquez identifier-authentifier-autoriser-auditer.</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 identifier, authentifier, autoriser, auditer — le même modèle.</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Votre carte mentale</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Une base de données = un stockage organisé + un moyen de poser des questions.</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Dix familles, chacune avec son propre piège.</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Cloud = responsabilité partagée. La config et les données sont à votre charge.</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Le markdown est une base de données pour les LLM. L'empoisonnement RAG est bien réel.</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Le SQLi a été corrigé. La surface d'attaque s'est élargie.</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Ce qu'il faut faire la semaine prochaine</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Installez PostgreSQL en local. Écrivez un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Faites les labos d'injection SQL de PortSwigger (gratuits).</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Parcourez Shodan / Censys — uniquement les systèmes qui vous appartiennent.</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Lisez un rapport de violation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Découvrez quelles bases de données VOTRE organisation utilise réellement.</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Ressources à mettre en favoris</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FFFFFF"/>
                </a:solidFill>
                <a:effectLst/>
                <a:uFillTx/>
                <a:latin typeface="Calibri"/>
              </a:rPr>
              <a:t>« Les bases de données, c'est là où</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00FF41"/>
                </a:solidFill>
                <a:effectLst/>
                <a:uFillTx/>
                <a:latin typeface="Calibri"/>
              </a:rPr>
              <a:t>se trouve l'argent. Littéralement. »</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Maintenant, vous savez où chercher.</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CCCCD6"/>
                </a:solidFill>
                <a:effectLst/>
                <a:uFillTx/>
                <a:latin typeface="Calibri"/>
              </a:rPr>
              <a:t>~Larry Ellison (Probablement)</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Références — Ouvrages cités</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Édition 2025</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0" b="1" u="none" strike="noStrike">
                <a:solidFill>
                  <a:srgbClr val="00FF41"/>
                </a:solidFill>
                <a:effectLst/>
                <a:uFillTx/>
                <a:latin typeface="Calibri"/>
              </a:rPr>
              <a:t>Questions-réponses*</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Regards absents</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